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antason ExtraExpanded Bold" charset="1" panose="00000000000000000000"/>
      <p:regular r:id="rId19"/>
    </p:embeddedFon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G66ayxzIE.mp4" Type="http://schemas.openxmlformats.org/officeDocument/2006/relationships/video"/><Relationship Id="rId4" Target="../media/VAG66ayxzIE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github.com/mahidoshi190/Hangman-Gam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6075" y="2505615"/>
            <a:ext cx="15975850" cy="195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69"/>
              </a:lnSpc>
            </a:pPr>
            <a:r>
              <a:rPr lang="en-US" sz="16287" spc="-325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Hang the Man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83593" y="4464559"/>
            <a:ext cx="5626514" cy="41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b="true" sz="2747" spc="-54">
                <a:solidFill>
                  <a:srgbClr val="2423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Hangman Game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45238" y="7058324"/>
            <a:ext cx="16103225" cy="1772285"/>
            <a:chOff x="0" y="0"/>
            <a:chExt cx="21470967" cy="23630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3536559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423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Members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834332" y="0"/>
              <a:ext cx="3536559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423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SRN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86647"/>
              <a:ext cx="4185446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Mahi J Doshi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Manisha Balaji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Lisha Chowdary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Nidhi Begane Sreesha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34332" y="686647"/>
              <a:ext cx="3536559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 spc="-42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PES2UG25AM151</a:t>
              </a:r>
            </a:p>
            <a:p>
              <a:pPr algn="l">
                <a:lnSpc>
                  <a:spcPts val="2520"/>
                </a:lnSpc>
              </a:pPr>
              <a:r>
                <a:rPr lang="en-US" sz="2100" spc="-42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PES2UG25CS293</a:t>
              </a:r>
            </a:p>
            <a:p>
              <a:pPr algn="l">
                <a:lnSpc>
                  <a:spcPts val="2520"/>
                </a:lnSpc>
              </a:pPr>
              <a:r>
                <a:rPr lang="en-US" sz="2100" spc="-42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PES2UG25AM144</a:t>
              </a:r>
            </a:p>
            <a:p>
              <a:pPr algn="l">
                <a:lnSpc>
                  <a:spcPts val="2520"/>
                </a:lnSpc>
              </a:pPr>
              <a:r>
                <a:rPr lang="en-US" sz="2100" spc="-42" b="true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PES2UG25CS332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8409297" y="1881970"/>
              <a:ext cx="3061670" cy="481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35"/>
                </a:lnSpc>
              </a:pPr>
              <a:r>
                <a:rPr lang="en-US" b="true" sz="2362" spc="-47">
                  <a:solidFill>
                    <a:srgbClr val="2423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NO : B15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4683" y="1371600"/>
            <a:ext cx="14658634" cy="132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2"/>
              </a:lnSpc>
            </a:pPr>
            <a:r>
              <a:rPr lang="en-US" sz="10968" spc="-21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77364" y="2939732"/>
            <a:ext cx="14133273" cy="58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64"/>
              </a:lnSpc>
            </a:pPr>
            <a:r>
              <a:rPr lang="en-US" sz="3220" spc="-6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The objective of this project is to design and implement a fully functional Hangman game in Python by dividing the program into four independent modules. </a:t>
            </a:r>
          </a:p>
          <a:p>
            <a:pPr algn="just">
              <a:lnSpc>
                <a:spcPts val="3864"/>
              </a:lnSpc>
            </a:pPr>
          </a:p>
          <a:p>
            <a:pPr algn="just" marL="695342" indent="-347671" lvl="1">
              <a:lnSpc>
                <a:spcPts val="3864"/>
              </a:lnSpc>
              <a:buFont typeface="Arial"/>
              <a:buChar char="•"/>
            </a:pPr>
            <a:r>
              <a:rPr lang="en-US" sz="3220" spc="-6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The game should allow users to guess a hidden word by selecting letters, while keeping track of wrong guesses and remaining chances.</a:t>
            </a:r>
          </a:p>
          <a:p>
            <a:pPr algn="just" marL="695342" indent="-347671" lvl="1">
              <a:lnSpc>
                <a:spcPts val="3864"/>
              </a:lnSpc>
              <a:buFont typeface="Arial"/>
              <a:buChar char="•"/>
            </a:pPr>
            <a:r>
              <a:rPr lang="en-US" sz="3220" spc="-6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The game should support multiple word categories (such as fruits, animals, and countries), and each category should allow difficulty levels (easy, medium, hard). </a:t>
            </a:r>
          </a:p>
          <a:p>
            <a:pPr algn="just" marL="695342" indent="-347671" lvl="1">
              <a:lnSpc>
                <a:spcPts val="3864"/>
              </a:lnSpc>
              <a:buFont typeface="Arial"/>
              <a:buChar char="•"/>
            </a:pPr>
            <a:r>
              <a:rPr lang="en-US" sz="3220" spc="-64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If the user selects a random category, the game should automatically choose one and display 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59861" y="277059"/>
            <a:ext cx="7058485" cy="9732882"/>
          </a:xfrm>
          <a:custGeom>
            <a:avLst/>
            <a:gdLst/>
            <a:ahLst/>
            <a:cxnLst/>
            <a:rect r="r" b="b" t="t" l="l"/>
            <a:pathLst>
              <a:path h="9732882" w="7058485">
                <a:moveTo>
                  <a:pt x="0" y="0"/>
                </a:moveTo>
                <a:lnTo>
                  <a:pt x="7058484" y="0"/>
                </a:lnTo>
                <a:lnTo>
                  <a:pt x="7058484" y="9732882"/>
                </a:lnTo>
                <a:lnTo>
                  <a:pt x="0" y="973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0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62075"/>
            <a:ext cx="14658634" cy="245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1"/>
              </a:lnSpc>
            </a:pPr>
            <a:r>
              <a:rPr lang="en-US" sz="10668" spc="-213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Block </a:t>
            </a:r>
          </a:p>
          <a:p>
            <a:pPr algn="l">
              <a:lnSpc>
                <a:spcPts val="9281"/>
              </a:lnSpc>
            </a:pPr>
            <a:r>
              <a:rPr lang="en-US" sz="10668" spc="-213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935" y="1470252"/>
            <a:ext cx="5765418" cy="2246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6552" spc="-131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Contribution </a:t>
            </a:r>
          </a:p>
          <a:p>
            <a:pPr algn="l">
              <a:lnSpc>
                <a:spcPts val="5700"/>
              </a:lnSpc>
            </a:pPr>
            <a:r>
              <a:rPr lang="en-US" sz="6552" spc="-131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of </a:t>
            </a:r>
          </a:p>
          <a:p>
            <a:pPr algn="l">
              <a:lnSpc>
                <a:spcPts val="5700"/>
              </a:lnSpc>
            </a:pPr>
            <a:r>
              <a:rPr lang="en-US" sz="6552" spc="-131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Members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71278" y="1336902"/>
            <a:ext cx="5774272" cy="50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2200" spc="-44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Lisha Chowdary - main.py</a:t>
            </a:r>
          </a:p>
          <a:p>
            <a:pPr algn="l">
              <a:lnSpc>
                <a:spcPts val="191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971278" y="1838680"/>
            <a:ext cx="5231579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Handled the central game controller, bringing all other modules together.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Responsible for :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Initializing the program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Managing the game flow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Connecting the UI + logic + wordlist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Handling start/end of game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745550" y="1336902"/>
            <a:ext cx="5774272" cy="50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2200" spc="-44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Mahi J Doshi -  logic.py</a:t>
            </a:r>
          </a:p>
          <a:p>
            <a:pPr algn="l">
              <a:lnSpc>
                <a:spcPts val="191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745550" y="1838680"/>
            <a:ext cx="4715687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Developed the core Hangman logic.</a:t>
            </a: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</a:p>
          <a:p>
            <a:pPr algn="just">
              <a:lnSpc>
                <a:spcPts val="2519"/>
              </a:lnSpc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Responsible for:</a:t>
            </a:r>
          </a:p>
          <a:p>
            <a:pPr algn="l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Checking correct/incorrect guesses</a:t>
            </a:r>
          </a:p>
          <a:p>
            <a:pPr algn="just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Updating the hidden word</a:t>
            </a:r>
          </a:p>
          <a:p>
            <a:pPr algn="just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Tracking attempts/lives</a:t>
            </a:r>
          </a:p>
          <a:p>
            <a:pPr algn="just" marL="453388" indent="-226694" lvl="1">
              <a:lnSpc>
                <a:spcPts val="2519"/>
              </a:lnSpc>
              <a:buFont typeface="Arial"/>
              <a:buChar char="•"/>
            </a:pPr>
            <a:r>
              <a:rPr lang="en-US" sz="2099" spc="-41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Determining win/loss conditions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1278" y="5927597"/>
            <a:ext cx="5774272" cy="50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2200" spc="-44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Manisha Balaji - wordlist.py</a:t>
            </a:r>
          </a:p>
          <a:p>
            <a:pPr algn="l">
              <a:lnSpc>
                <a:spcPts val="191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71278" y="6429375"/>
            <a:ext cx="5231579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Created and structured the word dataset.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Responsible for :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Preparing the list of words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Ensuring a variety of difficulty levels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Providing a clean API for retrieving random words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45550" y="5927597"/>
            <a:ext cx="5774272" cy="50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4"/>
              </a:lnSpc>
            </a:pPr>
            <a:r>
              <a:rPr lang="en-US" sz="2200" spc="-44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Nidhi Begane Sreesha - ui.py</a:t>
            </a:r>
          </a:p>
          <a:p>
            <a:pPr algn="l">
              <a:lnSpc>
                <a:spcPts val="191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745550" y="6429375"/>
            <a:ext cx="5231579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Built the user interface layer.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Responsible for :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Accepting user input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Displaying the Hangman graphics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Showing guesses, messages, and game status</a:t>
            </a:r>
          </a:p>
          <a:p>
            <a:pPr algn="l" marL="453390" indent="-226695" lvl="1">
              <a:lnSpc>
                <a:spcPts val="2520"/>
              </a:lnSpc>
              <a:buFont typeface="Arial"/>
              <a:buChar char="•"/>
            </a:pPr>
            <a:r>
              <a:rPr lang="en-US" sz="2100" spc="-42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</a:rPr>
              <a:t>Ensuring the game looks clean and understandable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6389" y="5959434"/>
            <a:ext cx="7802911" cy="3920336"/>
          </a:xfrm>
          <a:custGeom>
            <a:avLst/>
            <a:gdLst/>
            <a:ahLst/>
            <a:cxnLst/>
            <a:rect r="r" b="b" t="t" l="l"/>
            <a:pathLst>
              <a:path h="3920336" w="7802911">
                <a:moveTo>
                  <a:pt x="0" y="0"/>
                </a:moveTo>
                <a:lnTo>
                  <a:pt x="7802911" y="0"/>
                </a:lnTo>
                <a:lnTo>
                  <a:pt x="7802911" y="3920336"/>
                </a:lnTo>
                <a:lnTo>
                  <a:pt x="0" y="392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56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97638"/>
            <a:ext cx="16230600" cy="1607333"/>
          </a:xfrm>
          <a:custGeom>
            <a:avLst/>
            <a:gdLst/>
            <a:ahLst/>
            <a:cxnLst/>
            <a:rect r="r" b="b" t="t" l="l"/>
            <a:pathLst>
              <a:path h="1607333" w="16230600">
                <a:moveTo>
                  <a:pt x="0" y="0"/>
                </a:moveTo>
                <a:lnTo>
                  <a:pt x="16230600" y="0"/>
                </a:lnTo>
                <a:lnTo>
                  <a:pt x="16230600" y="1607333"/>
                </a:lnTo>
                <a:lnTo>
                  <a:pt x="0" y="1607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5019" b="-6533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166921"/>
            <a:ext cx="8115300" cy="5712849"/>
          </a:xfrm>
          <a:custGeom>
            <a:avLst/>
            <a:gdLst/>
            <a:ahLst/>
            <a:cxnLst/>
            <a:rect r="r" b="b" t="t" l="l"/>
            <a:pathLst>
              <a:path h="5712849" w="8115300">
                <a:moveTo>
                  <a:pt x="0" y="0"/>
                </a:moveTo>
                <a:lnTo>
                  <a:pt x="8115300" y="0"/>
                </a:lnTo>
                <a:lnTo>
                  <a:pt x="8115300" y="5712849"/>
                </a:lnTo>
                <a:lnTo>
                  <a:pt x="0" y="5712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397" r="-11122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87920" y="730662"/>
            <a:ext cx="10520361" cy="8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5"/>
              </a:lnSpc>
            </a:pPr>
            <a:r>
              <a:rPr lang="en-US" sz="5061" b="true">
                <a:solidFill>
                  <a:srgbClr val="000000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Input-Output without UI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456389" y="4166921"/>
            <a:ext cx="7802911" cy="1432724"/>
          </a:xfrm>
          <a:custGeom>
            <a:avLst/>
            <a:gdLst/>
            <a:ahLst/>
            <a:cxnLst/>
            <a:rect r="r" b="b" t="t" l="l"/>
            <a:pathLst>
              <a:path h="1432724" w="7802911">
                <a:moveTo>
                  <a:pt x="0" y="0"/>
                </a:moveTo>
                <a:lnTo>
                  <a:pt x="7802911" y="0"/>
                </a:lnTo>
                <a:lnTo>
                  <a:pt x="7802911" y="1432724"/>
                </a:lnTo>
                <a:lnTo>
                  <a:pt x="0" y="1432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198" r="-129981" b="-42857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8109" y="1828777"/>
            <a:ext cx="7585891" cy="3479334"/>
          </a:xfrm>
          <a:custGeom>
            <a:avLst/>
            <a:gdLst/>
            <a:ahLst/>
            <a:cxnLst/>
            <a:rect r="r" b="b" t="t" l="l"/>
            <a:pathLst>
              <a:path h="3479334" w="7585891">
                <a:moveTo>
                  <a:pt x="0" y="0"/>
                </a:moveTo>
                <a:lnTo>
                  <a:pt x="7585891" y="0"/>
                </a:lnTo>
                <a:lnTo>
                  <a:pt x="7585891" y="3479334"/>
                </a:lnTo>
                <a:lnTo>
                  <a:pt x="0" y="3479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5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8109" y="5777771"/>
            <a:ext cx="10028687" cy="3911188"/>
          </a:xfrm>
          <a:custGeom>
            <a:avLst/>
            <a:gdLst/>
            <a:ahLst/>
            <a:cxnLst/>
            <a:rect r="r" b="b" t="t" l="l"/>
            <a:pathLst>
              <a:path h="3911188" w="10028687">
                <a:moveTo>
                  <a:pt x="0" y="0"/>
                </a:moveTo>
                <a:lnTo>
                  <a:pt x="10028687" y="0"/>
                </a:lnTo>
                <a:lnTo>
                  <a:pt x="10028687" y="3911188"/>
                </a:lnTo>
                <a:lnTo>
                  <a:pt x="0" y="3911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8826" y="1828777"/>
            <a:ext cx="7620474" cy="3568164"/>
          </a:xfrm>
          <a:custGeom>
            <a:avLst/>
            <a:gdLst/>
            <a:ahLst/>
            <a:cxnLst/>
            <a:rect r="r" b="b" t="t" l="l"/>
            <a:pathLst>
              <a:path h="3568164" w="7620474">
                <a:moveTo>
                  <a:pt x="0" y="0"/>
                </a:moveTo>
                <a:lnTo>
                  <a:pt x="7620474" y="0"/>
                </a:lnTo>
                <a:lnTo>
                  <a:pt x="7620474" y="3568165"/>
                </a:lnTo>
                <a:lnTo>
                  <a:pt x="0" y="3568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5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47576" y="730662"/>
            <a:ext cx="6011657" cy="86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6"/>
              </a:lnSpc>
            </a:pPr>
            <a:r>
              <a:rPr lang="en-US" sz="5054" b="true">
                <a:solidFill>
                  <a:srgbClr val="000000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With UI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940" y="1915463"/>
            <a:ext cx="8789060" cy="6456074"/>
          </a:xfrm>
          <a:custGeom>
            <a:avLst/>
            <a:gdLst/>
            <a:ahLst/>
            <a:cxnLst/>
            <a:rect r="r" b="b" t="t" l="l"/>
            <a:pathLst>
              <a:path h="6456074" w="8789060">
                <a:moveTo>
                  <a:pt x="0" y="0"/>
                </a:moveTo>
                <a:lnTo>
                  <a:pt x="8789060" y="0"/>
                </a:lnTo>
                <a:lnTo>
                  <a:pt x="8789060" y="6456074"/>
                </a:lnTo>
                <a:lnTo>
                  <a:pt x="0" y="6456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823" t="-2289" r="-186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4727" y="1915463"/>
            <a:ext cx="8443372" cy="6456074"/>
          </a:xfrm>
          <a:custGeom>
            <a:avLst/>
            <a:gdLst/>
            <a:ahLst/>
            <a:cxnLst/>
            <a:rect r="r" b="b" t="t" l="l"/>
            <a:pathLst>
              <a:path h="6456074" w="8443372">
                <a:moveTo>
                  <a:pt x="0" y="0"/>
                </a:moveTo>
                <a:lnTo>
                  <a:pt x="8443372" y="0"/>
                </a:lnTo>
                <a:lnTo>
                  <a:pt x="8443372" y="6456074"/>
                </a:lnTo>
                <a:lnTo>
                  <a:pt x="0" y="6456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609" t="-2253" r="-26283" b="-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7576" y="740187"/>
            <a:ext cx="4627782" cy="80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2"/>
              </a:lnSpc>
            </a:pPr>
            <a:r>
              <a:rPr lang="en-US" sz="4744" b="true">
                <a:solidFill>
                  <a:srgbClr val="000000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With UI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4794354" cy="232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6"/>
              </a:lnSpc>
            </a:pPr>
            <a:r>
              <a:rPr lang="en-US" sz="6800" spc="-136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logic.py game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59129" y="2595296"/>
            <a:ext cx="6850104" cy="793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def guess_letter(self, letter)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letter = letter.lower()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if self.game_over: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return "Game already over."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if not letter.isalpha() or len(letter) != 1: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return "Please enter a single valid letter."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if letter in self.guessed_letters: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return f"You already guessed '{letter}'."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self.guessed_letters.append(letter)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# Correct guess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if letter in self.word: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self.correct_letters.add(letter)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if self._check_win():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self.game_over = True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self.win = True</a:t>
            </a:r>
          </a:p>
          <a:p>
            <a:pPr algn="l">
              <a:lnSpc>
                <a:spcPts val="3084"/>
              </a:lnSpc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return "Correct! You won the game!"</a:t>
            </a:r>
          </a:p>
          <a:p>
            <a:pPr algn="l">
              <a:lnSpc>
                <a:spcPts val="3084"/>
              </a:lnSpc>
              <a:spcBef>
                <a:spcPct val="0"/>
              </a:spcBef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return f"Correct guess: {letter}"</a:t>
            </a:r>
          </a:p>
          <a:p>
            <a:pPr algn="l">
              <a:lnSpc>
                <a:spcPts val="3084"/>
              </a:lnSpc>
              <a:spcBef>
                <a:spcPct val="0"/>
              </a:spcBef>
            </a:pPr>
          </a:p>
          <a:p>
            <a:pPr algn="l">
              <a:lnSpc>
                <a:spcPts val="3084"/>
              </a:lnSpc>
              <a:spcBef>
                <a:spcPct val="0"/>
              </a:spcBef>
            </a:pPr>
            <a:r>
              <a:rPr lang="en-US" sz="2203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</a:t>
            </a:r>
          </a:p>
          <a:p>
            <a:pPr algn="l">
              <a:lnSpc>
                <a:spcPts val="2443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809232" y="2618105"/>
            <a:ext cx="7347165" cy="664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# Wrong guess</a:t>
            </a: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else:</a:t>
            </a: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self.chances_left -= 1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if self.chances_left &lt;= 0:</a:t>
            </a: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self.game_over = True</a:t>
            </a: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return f"Wrong! No chances left. You lost! The word was '{self.word}'."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return f"Wrong guess: {letter}. Chances left: {self.chances_left}"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def get_display_word(self):</a:t>
            </a:r>
          </a:p>
          <a:p>
            <a:pPr algn="l">
              <a:lnSpc>
                <a:spcPts val="3079"/>
              </a:lnSpc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"""Return the word with unguessed letters hidden."""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spc="5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return " ".join([letter if letter in self.correct_letters else "_" for letter in self.word])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66825"/>
            <a:ext cx="5278899" cy="255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4"/>
              </a:lnSpc>
            </a:pPr>
            <a:r>
              <a:rPr lang="en-US" sz="7487" spc="-14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main.py</a:t>
            </a:r>
          </a:p>
          <a:p>
            <a:pPr algn="l">
              <a:lnSpc>
                <a:spcPts val="6514"/>
              </a:lnSpc>
            </a:pPr>
            <a:r>
              <a:rPr lang="en-US" sz="7487" spc="-14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game </a:t>
            </a:r>
          </a:p>
          <a:p>
            <a:pPr algn="l">
              <a:lnSpc>
                <a:spcPts val="6514"/>
              </a:lnSpc>
            </a:pPr>
            <a:r>
              <a:rPr lang="en-US" sz="7487" spc="-14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loop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07599" y="1330988"/>
            <a:ext cx="11250271" cy="792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from wordlist import get_random_word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from logic import HangmanGame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def main():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print("Welcome to Hangman!")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category = input("Choose category: ").strip().lower()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difficulty = input("Choose difficulty: ").strip().lower()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game = HangmanGame(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get_random_word(category if category else None,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        difficulty if difficulty else None)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)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while not game.game_over: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print("\nWord:", game.get_display_word())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guess = input("Enter a letter: ").strip().lower()</a:t>
            </a: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print(game.guess_letter(guess))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</a:pPr>
            <a:r>
              <a:rPr lang="en-US" sz="2126" spc="5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print("\nFinal word:", game.word)</a:t>
            </a:r>
          </a:p>
          <a:p>
            <a:pPr algn="l">
              <a:lnSpc>
                <a:spcPts val="40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66825"/>
            <a:ext cx="5278899" cy="255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4"/>
              </a:lnSpc>
            </a:pPr>
            <a:r>
              <a:rPr lang="en-US" sz="7487" spc="-14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ui.py</a:t>
            </a:r>
          </a:p>
          <a:p>
            <a:pPr algn="l">
              <a:lnSpc>
                <a:spcPts val="6514"/>
              </a:lnSpc>
            </a:pPr>
            <a:r>
              <a:rPr lang="en-US" sz="7487" spc="-149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button guess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82245" y="698058"/>
            <a:ext cx="3237452" cy="1044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def hangman(stage):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if stage == 0: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print("""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------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|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============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""")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elif stage == 1: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print("""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------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|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O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============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""")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elif stage == 2: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print("""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------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|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O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|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        |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============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""")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392"/>
              </a:lnSpc>
            </a:pPr>
            <a:r>
              <a:rPr lang="en-US" sz="1709" spc="44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392"/>
              </a:lnSpc>
            </a:pPr>
          </a:p>
          <a:p>
            <a:pPr algn="l">
              <a:lnSpc>
                <a:spcPts val="239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922607" y="688533"/>
            <a:ext cx="3384416" cy="1045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 elif stage == 4: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print("""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------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O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/|\\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============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""")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elif stage == 5: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print("""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------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O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/|\\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============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""")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elif stage == 6: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print("""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------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O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/|\\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 \\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============</a:t>
            </a: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""")</a:t>
            </a:r>
          </a:p>
          <a:p>
            <a:pPr algn="ctr">
              <a:lnSpc>
                <a:spcPts val="2501"/>
              </a:lnSpc>
            </a:pPr>
          </a:p>
          <a:p>
            <a:pPr algn="ctr">
              <a:lnSpc>
                <a:spcPts val="2501"/>
              </a:lnSpc>
            </a:pPr>
            <a:r>
              <a:rPr lang="en-US" sz="1786" spc="46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2501"/>
              </a:lnSpc>
            </a:pPr>
          </a:p>
          <a:p>
            <a:pPr algn="ctr">
              <a:lnSpc>
                <a:spcPts val="250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696122" y="688533"/>
            <a:ext cx="2769677" cy="309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elif stage == 3: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print("""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------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 |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O |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/| |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|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============</a:t>
            </a:r>
          </a:p>
          <a:p>
            <a:pPr algn="ctr">
              <a:lnSpc>
                <a:spcPts val="2455"/>
              </a:lnSpc>
              <a:spcBef>
                <a:spcPct val="0"/>
              </a:spcBef>
            </a:pPr>
            <a:r>
              <a:rPr lang="en-US" sz="1753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""")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94467" y="688533"/>
            <a:ext cx="4648683" cy="613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word = input("Enter the word for Hangman: ").lower()</a:t>
            </a:r>
          </a:p>
          <a:p>
            <a:pPr algn="l">
              <a:lnSpc>
                <a:spcPts val="2460"/>
              </a:lnSpc>
            </a:pP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guessed = ["_"] * len(word)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wrong_guesses = 0</a:t>
            </a:r>
          </a:p>
          <a:p>
            <a:pPr algn="l">
              <a:lnSpc>
                <a:spcPts val="2460"/>
              </a:lnSpc>
            </a:pP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while wrong_guesses &lt; 6 and "_" in guessed: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print("Word:", " ".join(guessed))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print("Wrong guesses:", wrong_guesses)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hangman(wrong_guesses)</a:t>
            </a:r>
          </a:p>
          <a:p>
            <a:pPr algn="l">
              <a:lnSpc>
                <a:spcPts val="2460"/>
              </a:lnSpc>
            </a:pP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guess = input("Guess a letter: ").lower()</a:t>
            </a:r>
          </a:p>
          <a:p>
            <a:pPr algn="l">
              <a:lnSpc>
                <a:spcPts val="2460"/>
              </a:lnSpc>
            </a:pP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if guess in word: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for i in range(len(word)):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if word[i] == guess: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guessed[i] = guess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else:</a:t>
            </a:r>
          </a:p>
          <a:p>
            <a:pPr algn="l">
              <a:lnSpc>
                <a:spcPts val="2460"/>
              </a:lnSpc>
            </a:pPr>
            <a:r>
              <a:rPr lang="en-US" sz="1757" spc="-35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wrong_guesses += 1</a:t>
            </a:r>
          </a:p>
          <a:p>
            <a:pPr algn="ctr">
              <a:lnSpc>
                <a:spcPts val="2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9200"/>
            <a:ext cx="4177276" cy="20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sz="5925" spc="-118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wordlist.py word selector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504655"/>
            <a:ext cx="9215797" cy="637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words = {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"fruits": [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"apple", "banana", "mango", "orange", "grapes", "pear", "papaya",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"pineapple", "watermelon", "melon", "kiwi", "strawberry", "cherry",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"guava", "peach", "plum", "blueberry", "blackberry", "lychee"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],</a:t>
            </a: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"animals": [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"tiger", "elephant", "lion", "zebra", "giraffe", "cheetah", "monkey",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"panda", "kangaroo", "leopard", "bear", "wolf", "fox", "rabbit",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"camel", "buffalo", "hippopotamus", "rhinoceros", "deer", "goat"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],</a:t>
            </a:r>
          </a:p>
          <a:p>
            <a:pPr algn="l">
              <a:lnSpc>
                <a:spcPts val="2579"/>
              </a:lnSpc>
            </a:pP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"countries": [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"india", "china", "france", "nepal", "brazil", "canada", "japan",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"germany", "italy", "russia", "spain", "mexico", "argentina",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"australia", "egypt", "turkey", "england", "portugal", "sweden",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"norway"</a:t>
            </a:r>
          </a:p>
          <a:p>
            <a:pPr algn="l">
              <a:lnSpc>
                <a:spcPts val="2579"/>
              </a:lnSpc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]</a:t>
            </a:r>
          </a:p>
          <a:p>
            <a:pPr algn="l">
              <a:lnSpc>
                <a:spcPts val="2579"/>
              </a:lnSpc>
              <a:spcBef>
                <a:spcPct val="0"/>
              </a:spcBef>
            </a:pPr>
            <a:r>
              <a:rPr lang="en-US" sz="1842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19430" y="981075"/>
            <a:ext cx="9488032" cy="294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def filter_by_difficulty(word_list, difficulty):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if difficulty == "easy":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return [w for w in word_list if len(w) &lt;= 5]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elif difficulty == "medium":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return [w for w in word_list if 6 &lt;= len(w) &lt;= 8]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elif difficulty == "hard":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return [w for w in word_list if len(w) &gt; 8]</a:t>
            </a:r>
          </a:p>
          <a:p>
            <a:pPr algn="l">
              <a:lnSpc>
                <a:spcPts val="2656"/>
              </a:lnSpc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else:</a:t>
            </a:r>
          </a:p>
          <a:p>
            <a:pPr algn="l">
              <a:lnSpc>
                <a:spcPts val="2656"/>
              </a:lnSpc>
              <a:spcBef>
                <a:spcPct val="0"/>
              </a:spcBef>
            </a:pPr>
            <a:r>
              <a:rPr lang="en-US" sz="1897" spc="49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return word_list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9430" y="4483050"/>
            <a:ext cx="9105764" cy="25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def get_random_word(category=None, difficulty=None):</a:t>
            </a:r>
          </a:p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if category in words:</a:t>
            </a:r>
          </a:p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word_list = words[category]</a:t>
            </a:r>
          </a:p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else:</a:t>
            </a:r>
          </a:p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    word_list = words["fruits"] + words["animals"] + words["countries"]</a:t>
            </a:r>
          </a:p>
          <a:p>
            <a:pPr algn="l">
              <a:lnSpc>
                <a:spcPts val="2549"/>
              </a:lnSpc>
            </a:pPr>
          </a:p>
          <a:p>
            <a:pPr algn="l">
              <a:lnSpc>
                <a:spcPts val="2549"/>
              </a:lnSpc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word_list = filter_by_difficulty(word_list, difficulty)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  <a:r>
              <a:rPr lang="en-US" sz="1820" spc="47">
                <a:solidFill>
                  <a:srgbClr val="242323"/>
                </a:solidFill>
                <a:latin typeface="Arimo"/>
                <a:ea typeface="Arimo"/>
                <a:cs typeface="Arimo"/>
                <a:sym typeface="Arimo"/>
              </a:rPr>
              <a:t>    return random.choice(word_list)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67566" y="1028700"/>
            <a:ext cx="15752867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3718" y="4246404"/>
            <a:ext cx="2743574" cy="2758168"/>
          </a:xfrm>
          <a:custGeom>
            <a:avLst/>
            <a:gdLst/>
            <a:ahLst/>
            <a:cxnLst/>
            <a:rect r="r" b="b" t="t" l="l"/>
            <a:pathLst>
              <a:path h="2758168" w="2743574">
                <a:moveTo>
                  <a:pt x="0" y="0"/>
                </a:moveTo>
                <a:lnTo>
                  <a:pt x="2743574" y="0"/>
                </a:lnTo>
                <a:lnTo>
                  <a:pt x="2743574" y="2758168"/>
                </a:lnTo>
                <a:lnTo>
                  <a:pt x="0" y="2758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9520" y="2553141"/>
            <a:ext cx="16230600" cy="15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0"/>
              </a:lnSpc>
            </a:pPr>
            <a:r>
              <a:rPr lang="en-US" sz="12667" spc="-253" b="true">
                <a:solidFill>
                  <a:srgbClr val="242323"/>
                </a:solidFill>
                <a:latin typeface="Anantason ExtraExpanded Bold"/>
                <a:ea typeface="Anantason ExtraExpanded Bold"/>
                <a:cs typeface="Anantason ExtraExpanded Bold"/>
                <a:sym typeface="Anantason ExtraExpanded Bold"/>
              </a:rPr>
              <a:t>GitHub Link: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9833" y="3932079"/>
            <a:ext cx="840489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 spc="-42" u="sng">
                <a:solidFill>
                  <a:srgbClr val="242323"/>
                </a:solidFill>
                <a:latin typeface="Montserrat"/>
                <a:ea typeface="Montserrat"/>
                <a:cs typeface="Montserrat"/>
                <a:sym typeface="Montserrat"/>
                <a:hlinkClick r:id="rId3" tooltip="https://github.com/mahidoshi190/Hangman-Game"/>
              </a:rPr>
              <a:t>https://github.com/mahidoshi190/Hangman-Game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DAG65ksOWz8</dc:identifier>
  <dcterms:modified xsi:type="dcterms:W3CDTF">2011-08-01T06:04:30Z</dcterms:modified>
  <cp:revision>1</cp:revision>
  <dc:title>Hang the Man</dc:title>
</cp:coreProperties>
</file>